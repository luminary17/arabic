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EC8"/>
    <a:srgbClr val="FFF3CD"/>
    <a:srgbClr val="FFFFFF"/>
    <a:srgbClr val="F0CB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685" autoAdjust="0"/>
    <p:restoredTop sz="94660"/>
  </p:normalViewPr>
  <p:slideViewPr>
    <p:cSldViewPr snapToGrid="0">
      <p:cViewPr varScale="1">
        <p:scale>
          <a:sx n="72" d="100"/>
          <a:sy n="72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الثانوي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32362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1635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41346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4347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5932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7374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6538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0909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9532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86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1301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ECC47-C5C2-45FB-948E-3FB38C3E5FB5}" type="datetimeFigureOut">
              <a:rPr lang="ar-SA" smtClean="0"/>
              <a:t>13/07/1440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8B860-8C2C-4590-BAA5-4F0949AC5BF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17587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U02.pptx" TargetMode="External"/><Relationship Id="rId13" Type="http://schemas.openxmlformats.org/officeDocument/2006/relationships/hyperlink" Target="U07.pptx" TargetMode="External"/><Relationship Id="rId18" Type="http://schemas.openxmlformats.org/officeDocument/2006/relationships/image" Target="../media/image3.png"/><Relationship Id="rId3" Type="http://schemas.openxmlformats.org/officeDocument/2006/relationships/slide" Target="slide3.xml"/><Relationship Id="rId21" Type="http://schemas.openxmlformats.org/officeDocument/2006/relationships/hyperlink" Target="U14.pptx" TargetMode="External"/><Relationship Id="rId7" Type="http://schemas.openxmlformats.org/officeDocument/2006/relationships/hyperlink" Target="U01.pptx" TargetMode="External"/><Relationship Id="rId12" Type="http://schemas.openxmlformats.org/officeDocument/2006/relationships/hyperlink" Target="U06.pptx" TargetMode="External"/><Relationship Id="rId17" Type="http://schemas.openxmlformats.org/officeDocument/2006/relationships/hyperlink" Target="U11.pptx" TargetMode="External"/><Relationship Id="rId2" Type="http://schemas.openxmlformats.org/officeDocument/2006/relationships/image" Target="../media/image7.png"/><Relationship Id="rId16" Type="http://schemas.openxmlformats.org/officeDocument/2006/relationships/hyperlink" Target="U10.pptx" TargetMode="External"/><Relationship Id="rId20" Type="http://schemas.openxmlformats.org/officeDocument/2006/relationships/hyperlink" Target="U13.pptx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hyperlink" Target="U05.pptx" TargetMode="External"/><Relationship Id="rId5" Type="http://schemas.openxmlformats.org/officeDocument/2006/relationships/image" Target="../media/image9.png"/><Relationship Id="rId15" Type="http://schemas.openxmlformats.org/officeDocument/2006/relationships/hyperlink" Target="U09.pptx" TargetMode="External"/><Relationship Id="rId23" Type="http://schemas.openxmlformats.org/officeDocument/2006/relationships/hyperlink" Target="U16.pptx" TargetMode="External"/><Relationship Id="rId10" Type="http://schemas.openxmlformats.org/officeDocument/2006/relationships/hyperlink" Target="U04.pptx" TargetMode="External"/><Relationship Id="rId19" Type="http://schemas.openxmlformats.org/officeDocument/2006/relationships/hyperlink" Target="U12.pptx" TargetMode="External"/><Relationship Id="rId4" Type="http://schemas.openxmlformats.org/officeDocument/2006/relationships/image" Target="../media/image8.png"/><Relationship Id="rId9" Type="http://schemas.openxmlformats.org/officeDocument/2006/relationships/hyperlink" Target="U03.pptx" TargetMode="External"/><Relationship Id="rId14" Type="http://schemas.openxmlformats.org/officeDocument/2006/relationships/hyperlink" Target="U08.pptx" TargetMode="External"/><Relationship Id="rId22" Type="http://schemas.openxmlformats.org/officeDocument/2006/relationships/hyperlink" Target="U15.ppt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صورة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غلاف الكتاب الاول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609600" y="101600"/>
            <a:ext cx="609600" cy="609600"/>
          </a:xfrm>
          <a:prstGeom prst="rect">
            <a:avLst/>
          </a:prstGeom>
        </p:spPr>
      </p:pic>
      <p:pic>
        <p:nvPicPr>
          <p:cNvPr id="10" name="صورة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608" y="1448267"/>
            <a:ext cx="5800995" cy="1413094"/>
          </a:xfrm>
          <a:prstGeom prst="rect">
            <a:avLst/>
          </a:prstGeom>
        </p:spPr>
      </p:pic>
      <p:pic>
        <p:nvPicPr>
          <p:cNvPr id="13" name="صورة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323" y="400694"/>
            <a:ext cx="941349" cy="820892"/>
          </a:xfrm>
          <a:prstGeom prst="rect">
            <a:avLst/>
          </a:prstGeom>
        </p:spPr>
      </p:pic>
      <p:pic>
        <p:nvPicPr>
          <p:cNvPr id="14" name="صورة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496" y="5758529"/>
            <a:ext cx="2738304" cy="190716"/>
          </a:xfrm>
          <a:prstGeom prst="rect">
            <a:avLst/>
          </a:prstGeom>
        </p:spPr>
      </p:pic>
      <p:pic>
        <p:nvPicPr>
          <p:cNvPr id="15" name="صورة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00" y="6126222"/>
            <a:ext cx="6807199" cy="192016"/>
          </a:xfrm>
          <a:prstGeom prst="rect">
            <a:avLst/>
          </a:prstGeom>
        </p:spPr>
      </p:pic>
      <p:sp>
        <p:nvSpPr>
          <p:cNvPr id="18" name="مربع نص 17"/>
          <p:cNvSpPr txBox="1"/>
          <p:nvPr/>
        </p:nvSpPr>
        <p:spPr>
          <a:xfrm>
            <a:off x="5185255" y="3628866"/>
            <a:ext cx="1803700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3200" b="1" dirty="0">
                <a:latin typeface="Traditional Arabic" panose="02020603050405020304" pitchFamily="18" charset="-78"/>
                <a:ea typeface="Arial Unicode MS" panose="020B0604020202020204" pitchFamily="34" charset="-128"/>
                <a:cs typeface="Traditional Arabic" panose="02020603050405020304" pitchFamily="18" charset="-78"/>
              </a:rPr>
              <a:t>الكـتـــاب الأول</a:t>
            </a:r>
          </a:p>
        </p:txBody>
      </p:sp>
      <p:sp>
        <p:nvSpPr>
          <p:cNvPr id="19" name="مربع نص 18"/>
          <p:cNvSpPr txBox="1"/>
          <p:nvPr/>
        </p:nvSpPr>
        <p:spPr>
          <a:xfrm>
            <a:off x="3695339" y="3033717"/>
            <a:ext cx="4801314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3200" dirty="0">
                <a:latin typeface="Traditional Arabic" panose="02020603050405020304" pitchFamily="18" charset="-78"/>
                <a:ea typeface="Arial Unicode MS" panose="020B0604020202020204" pitchFamily="34" charset="-128"/>
                <a:cs typeface="Traditional Arabic" panose="02020603050405020304" pitchFamily="18" charset="-78"/>
              </a:rPr>
              <a:t>سلسلة في تعليم اللغة العربية لغير الناطقين بها</a:t>
            </a:r>
          </a:p>
        </p:txBody>
      </p:sp>
      <p:sp>
        <p:nvSpPr>
          <p:cNvPr id="2" name="مستطيل 1">
            <a:hlinkClick r:id="" action="ppaction://hlinkshowjump?jump=nextslide"/>
          </p:cNvPr>
          <p:cNvSpPr/>
          <p:nvPr/>
        </p:nvSpPr>
        <p:spPr>
          <a:xfrm>
            <a:off x="5610855" y="4370394"/>
            <a:ext cx="952500" cy="40877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err="1"/>
              <a:t>إبـــــدأ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79206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glitter dir="r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4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nodeType="withEffect">
                                  <p:stCondLst>
                                    <p:cond delay="700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14250"/>
                                  </p:stCondLst>
                                  <p:iterate type="lt">
                                    <p:tmPct val="7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6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6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7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164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18" grpId="0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صورة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"/>
            <a:ext cx="12192000" cy="6858000"/>
          </a:xfrm>
          <a:prstGeom prst="rect">
            <a:avLst/>
          </a:prstGeom>
        </p:spPr>
      </p:pic>
      <p:pic>
        <p:nvPicPr>
          <p:cNvPr id="20" name="صورة 1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600" y="6073000"/>
            <a:ext cx="647077" cy="492900"/>
          </a:xfrm>
          <a:prstGeom prst="rect">
            <a:avLst/>
          </a:prstGeom>
        </p:spPr>
      </p:pic>
      <p:pic>
        <p:nvPicPr>
          <p:cNvPr id="21" name="صورة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2262" y="6068156"/>
            <a:ext cx="662938" cy="502588"/>
          </a:xfrm>
          <a:prstGeom prst="rect">
            <a:avLst/>
          </a:prstGeom>
        </p:spPr>
      </p:pic>
      <p:grpSp>
        <p:nvGrpSpPr>
          <p:cNvPr id="36" name="مجموعة 35"/>
          <p:cNvGrpSpPr/>
          <p:nvPr/>
        </p:nvGrpSpPr>
        <p:grpSpPr>
          <a:xfrm>
            <a:off x="8919399" y="2437075"/>
            <a:ext cx="1925423" cy="676500"/>
            <a:chOff x="8919399" y="1974139"/>
            <a:chExt cx="1925423" cy="676500"/>
          </a:xfrm>
        </p:grpSpPr>
        <p:pic>
          <p:nvPicPr>
            <p:cNvPr id="19" name="صورة 1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5" name="مربع نص 34">
              <a:hlinkClick r:id="rId7" action="ppaction://hlinkpres?slideindex=1&amp;slidetitle="/>
            </p:cNvPr>
            <p:cNvSpPr txBox="1"/>
            <p:nvPr/>
          </p:nvSpPr>
          <p:spPr>
            <a:xfrm>
              <a:off x="9336606" y="2080584"/>
              <a:ext cx="1213794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الأولى</a:t>
              </a:r>
            </a:p>
          </p:txBody>
        </p:sp>
      </p:grpSp>
      <p:grpSp>
        <p:nvGrpSpPr>
          <p:cNvPr id="41" name="مجموعة 40"/>
          <p:cNvGrpSpPr/>
          <p:nvPr/>
        </p:nvGrpSpPr>
        <p:grpSpPr>
          <a:xfrm>
            <a:off x="8919399" y="3307025"/>
            <a:ext cx="1925423" cy="676500"/>
            <a:chOff x="8919399" y="1974139"/>
            <a:chExt cx="1925423" cy="676500"/>
          </a:xfrm>
        </p:grpSpPr>
        <p:pic>
          <p:nvPicPr>
            <p:cNvPr id="42" name="صورة 4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" name="مربع نص 42">
              <a:hlinkClick r:id="rId8" action="ppaction://hlinkpres?slideindex=1&amp;slidetitle="/>
            </p:cNvPr>
            <p:cNvSpPr txBox="1"/>
            <p:nvPr/>
          </p:nvSpPr>
          <p:spPr>
            <a:xfrm>
              <a:off x="9354239" y="2080584"/>
              <a:ext cx="1196161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الثانية</a:t>
              </a:r>
            </a:p>
          </p:txBody>
        </p:sp>
      </p:grpSp>
      <p:grpSp>
        <p:nvGrpSpPr>
          <p:cNvPr id="44" name="مجموعة 43"/>
          <p:cNvGrpSpPr/>
          <p:nvPr/>
        </p:nvGrpSpPr>
        <p:grpSpPr>
          <a:xfrm>
            <a:off x="8919399" y="4176975"/>
            <a:ext cx="1925423" cy="676500"/>
            <a:chOff x="8919399" y="1974139"/>
            <a:chExt cx="1925423" cy="676500"/>
          </a:xfrm>
        </p:grpSpPr>
        <p:pic>
          <p:nvPicPr>
            <p:cNvPr id="45" name="صورة 4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6" name="مربع نص 45">
              <a:hlinkClick r:id="rId9" action="ppaction://hlinkpres?slideindex=1&amp;slidetitle="/>
            </p:cNvPr>
            <p:cNvSpPr txBox="1"/>
            <p:nvPr/>
          </p:nvSpPr>
          <p:spPr>
            <a:xfrm>
              <a:off x="9360651" y="2080584"/>
              <a:ext cx="1189749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الثالثة</a:t>
              </a:r>
            </a:p>
          </p:txBody>
        </p:sp>
      </p:grpSp>
      <p:grpSp>
        <p:nvGrpSpPr>
          <p:cNvPr id="47" name="مجموعة 46"/>
          <p:cNvGrpSpPr/>
          <p:nvPr/>
        </p:nvGrpSpPr>
        <p:grpSpPr>
          <a:xfrm>
            <a:off x="8919399" y="5046925"/>
            <a:ext cx="1925423" cy="676500"/>
            <a:chOff x="8919399" y="1974139"/>
            <a:chExt cx="1925423" cy="676500"/>
          </a:xfrm>
        </p:grpSpPr>
        <p:pic>
          <p:nvPicPr>
            <p:cNvPr id="48" name="صورة 4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9" name="مربع نص 48">
              <a:hlinkClick r:id="rId10" action="ppaction://hlinkpres?slideindex=1&amp;slidetitle="/>
            </p:cNvPr>
            <p:cNvSpPr txBox="1"/>
            <p:nvPr/>
          </p:nvSpPr>
          <p:spPr>
            <a:xfrm>
              <a:off x="9336606" y="2080584"/>
              <a:ext cx="1213794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الرابعة</a:t>
              </a:r>
            </a:p>
          </p:txBody>
        </p:sp>
      </p:grpSp>
      <p:grpSp>
        <p:nvGrpSpPr>
          <p:cNvPr id="50" name="مجموعة 49"/>
          <p:cNvGrpSpPr/>
          <p:nvPr/>
        </p:nvGrpSpPr>
        <p:grpSpPr>
          <a:xfrm>
            <a:off x="6392099" y="2437654"/>
            <a:ext cx="1925423" cy="676500"/>
            <a:chOff x="8919399" y="1974139"/>
            <a:chExt cx="1925423" cy="676500"/>
          </a:xfrm>
        </p:grpSpPr>
        <p:pic>
          <p:nvPicPr>
            <p:cNvPr id="51" name="صورة 5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2" name="مربع نص 51">
              <a:hlinkClick r:id="rId11" action="ppaction://hlinkpres?slideindex=1&amp;slidetitle="/>
            </p:cNvPr>
            <p:cNvSpPr txBox="1"/>
            <p:nvPr/>
          </p:nvSpPr>
          <p:spPr>
            <a:xfrm>
              <a:off x="9177908" y="2080584"/>
              <a:ext cx="1372492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الخامسة</a:t>
              </a:r>
            </a:p>
          </p:txBody>
        </p:sp>
      </p:grpSp>
      <p:grpSp>
        <p:nvGrpSpPr>
          <p:cNvPr id="53" name="مجموعة 52"/>
          <p:cNvGrpSpPr/>
          <p:nvPr/>
        </p:nvGrpSpPr>
        <p:grpSpPr>
          <a:xfrm>
            <a:off x="6392099" y="3307604"/>
            <a:ext cx="1925423" cy="676500"/>
            <a:chOff x="8919399" y="1974139"/>
            <a:chExt cx="1925423" cy="676500"/>
          </a:xfrm>
        </p:grpSpPr>
        <p:pic>
          <p:nvPicPr>
            <p:cNvPr id="54" name="صورة 5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5" name="مربع نص 54">
              <a:hlinkClick r:id="rId12" action="ppaction://hlinkpres?slideindex=1&amp;slidetitle="/>
            </p:cNvPr>
            <p:cNvSpPr txBox="1"/>
            <p:nvPr/>
          </p:nvSpPr>
          <p:spPr>
            <a:xfrm>
              <a:off x="9125010" y="2080584"/>
              <a:ext cx="1425390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السادسة</a:t>
              </a:r>
            </a:p>
          </p:txBody>
        </p:sp>
      </p:grpSp>
      <p:grpSp>
        <p:nvGrpSpPr>
          <p:cNvPr id="56" name="مجموعة 55"/>
          <p:cNvGrpSpPr/>
          <p:nvPr/>
        </p:nvGrpSpPr>
        <p:grpSpPr>
          <a:xfrm>
            <a:off x="6392099" y="4177554"/>
            <a:ext cx="1925423" cy="676500"/>
            <a:chOff x="8919399" y="1974139"/>
            <a:chExt cx="1925423" cy="676500"/>
          </a:xfrm>
        </p:grpSpPr>
        <p:pic>
          <p:nvPicPr>
            <p:cNvPr id="57" name="صورة 5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8" name="مربع نص 57">
              <a:hlinkClick r:id="rId13" action="ppaction://hlinkpres?slideindex=1&amp;slidetitle="/>
            </p:cNvPr>
            <p:cNvSpPr txBox="1"/>
            <p:nvPr/>
          </p:nvSpPr>
          <p:spPr>
            <a:xfrm>
              <a:off x="9219586" y="2080584"/>
              <a:ext cx="1330814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السابعة</a:t>
              </a:r>
            </a:p>
          </p:txBody>
        </p:sp>
      </p:grpSp>
      <p:grpSp>
        <p:nvGrpSpPr>
          <p:cNvPr id="59" name="مجموعة 58"/>
          <p:cNvGrpSpPr/>
          <p:nvPr/>
        </p:nvGrpSpPr>
        <p:grpSpPr>
          <a:xfrm>
            <a:off x="6392099" y="5047504"/>
            <a:ext cx="1925423" cy="676500"/>
            <a:chOff x="8919399" y="1974139"/>
            <a:chExt cx="1925423" cy="676500"/>
          </a:xfrm>
        </p:grpSpPr>
        <p:pic>
          <p:nvPicPr>
            <p:cNvPr id="60" name="صورة 5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1" name="مربع نص 60">
              <a:hlinkClick r:id="rId14" action="ppaction://hlinkpres?slideindex=1&amp;slidetitle="/>
            </p:cNvPr>
            <p:cNvSpPr txBox="1"/>
            <p:nvPr/>
          </p:nvSpPr>
          <p:spPr>
            <a:xfrm>
              <a:off x="9320576" y="2080584"/>
              <a:ext cx="1229824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الثامنة</a:t>
              </a:r>
            </a:p>
          </p:txBody>
        </p:sp>
      </p:grpSp>
      <p:grpSp>
        <p:nvGrpSpPr>
          <p:cNvPr id="88" name="مجموعة 87"/>
          <p:cNvGrpSpPr/>
          <p:nvPr/>
        </p:nvGrpSpPr>
        <p:grpSpPr>
          <a:xfrm>
            <a:off x="3871149" y="2437654"/>
            <a:ext cx="1925423" cy="676500"/>
            <a:chOff x="8919399" y="1974139"/>
            <a:chExt cx="1925423" cy="676500"/>
          </a:xfrm>
        </p:grpSpPr>
        <p:pic>
          <p:nvPicPr>
            <p:cNvPr id="89" name="صورة 8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0" name="مربع نص 89">
              <a:hlinkClick r:id="rId15" action="ppaction://hlinkpres?slideindex=1&amp;slidetitle="/>
            </p:cNvPr>
            <p:cNvSpPr txBox="1"/>
            <p:nvPr/>
          </p:nvSpPr>
          <p:spPr>
            <a:xfrm>
              <a:off x="9230807" y="2080584"/>
              <a:ext cx="1319593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التاسعة</a:t>
              </a:r>
            </a:p>
          </p:txBody>
        </p:sp>
      </p:grpSp>
      <p:grpSp>
        <p:nvGrpSpPr>
          <p:cNvPr id="91" name="مجموعة 90"/>
          <p:cNvGrpSpPr/>
          <p:nvPr/>
        </p:nvGrpSpPr>
        <p:grpSpPr>
          <a:xfrm>
            <a:off x="3871149" y="3307604"/>
            <a:ext cx="1925423" cy="676500"/>
            <a:chOff x="8919399" y="1974139"/>
            <a:chExt cx="1925423" cy="676500"/>
          </a:xfrm>
        </p:grpSpPr>
        <p:pic>
          <p:nvPicPr>
            <p:cNvPr id="92" name="صورة 9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399" y="1974139"/>
              <a:ext cx="1925423" cy="67650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3" name="مربع نص 92">
              <a:hlinkClick r:id="rId16" action="ppaction://hlinkpres?slideindex=1&amp;slidetitle="/>
            </p:cNvPr>
            <p:cNvSpPr txBox="1"/>
            <p:nvPr/>
          </p:nvSpPr>
          <p:spPr>
            <a:xfrm>
              <a:off x="9237220" y="2080584"/>
              <a:ext cx="1313180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ar-SA" sz="2400" dirty="0">
                  <a:latin typeface="Traditional Arabic" panose="02020603050405020304" pitchFamily="18" charset="-78"/>
                  <a:cs typeface="Traditional Arabic" panose="02020603050405020304" pitchFamily="18" charset="-78"/>
                </a:rPr>
                <a:t>الوحدة العاشرة</a:t>
              </a:r>
            </a:p>
          </p:txBody>
        </p:sp>
      </p:grpSp>
      <p:pic>
        <p:nvPicPr>
          <p:cNvPr id="95" name="صورة 9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149" y="4177554"/>
            <a:ext cx="1925423" cy="6765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6" name="مربع نص 95">
            <a:hlinkClick r:id="rId17" action="ppaction://hlinkpres?slideindex=1&amp;slidetitle="/>
          </p:cNvPr>
          <p:cNvSpPr txBox="1"/>
          <p:nvPr/>
        </p:nvSpPr>
        <p:spPr>
          <a:xfrm>
            <a:off x="3959606" y="4283999"/>
            <a:ext cx="1720344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الوحدة الحادية عشر</a:t>
            </a:r>
          </a:p>
        </p:txBody>
      </p:sp>
      <p:pic>
        <p:nvPicPr>
          <p:cNvPr id="98" name="صورة 9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149" y="5047504"/>
            <a:ext cx="1925423" cy="6765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1" name="صورة 10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49" y="2437075"/>
            <a:ext cx="1925423" cy="6765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4" name="صورة 10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49" y="3307025"/>
            <a:ext cx="1925423" cy="6765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7" name="صورة 10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49" y="4176975"/>
            <a:ext cx="1925423" cy="6765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10" name="صورة 10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49" y="5046925"/>
            <a:ext cx="1925423" cy="6765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7" name="صورة 3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62" y="439793"/>
            <a:ext cx="3790951" cy="923457"/>
          </a:xfrm>
          <a:prstGeom prst="rect">
            <a:avLst/>
          </a:prstGeom>
        </p:spPr>
      </p:pic>
      <p:sp>
        <p:nvSpPr>
          <p:cNvPr id="114" name="مربع نص 113">
            <a:hlinkClick r:id="rId19" action="ppaction://hlinkpres?slideindex=1&amp;slidetitle="/>
          </p:cNvPr>
          <p:cNvSpPr txBox="1"/>
          <p:nvPr/>
        </p:nvSpPr>
        <p:spPr>
          <a:xfrm>
            <a:off x="4050645" y="5178395"/>
            <a:ext cx="164019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الوحدة الثانية عشر</a:t>
            </a:r>
          </a:p>
        </p:txBody>
      </p:sp>
      <p:sp>
        <p:nvSpPr>
          <p:cNvPr id="115" name="مربع نص 114">
            <a:hlinkClick r:id="rId20" action="ppaction://hlinkpres?slideindex=1&amp;slidetitle="/>
          </p:cNvPr>
          <p:cNvSpPr txBox="1"/>
          <p:nvPr/>
        </p:nvSpPr>
        <p:spPr>
          <a:xfrm>
            <a:off x="1562605" y="2527990"/>
            <a:ext cx="1633782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الوحدة الثالثة عشر</a:t>
            </a:r>
          </a:p>
        </p:txBody>
      </p:sp>
      <p:sp>
        <p:nvSpPr>
          <p:cNvPr id="116" name="مربع نص 115">
            <a:hlinkClick r:id="rId21" action="ppaction://hlinkpres?slideindex=1&amp;slidetitle="/>
          </p:cNvPr>
          <p:cNvSpPr txBox="1"/>
          <p:nvPr/>
        </p:nvSpPr>
        <p:spPr>
          <a:xfrm>
            <a:off x="1538561" y="3429000"/>
            <a:ext cx="165782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الوحدة الرابعة عشر</a:t>
            </a:r>
          </a:p>
        </p:txBody>
      </p:sp>
      <p:sp>
        <p:nvSpPr>
          <p:cNvPr id="117" name="مربع نص 116">
            <a:hlinkClick r:id="rId22" action="ppaction://hlinkpres?slideindex=1&amp;slidetitle="/>
          </p:cNvPr>
          <p:cNvSpPr txBox="1"/>
          <p:nvPr/>
        </p:nvSpPr>
        <p:spPr>
          <a:xfrm>
            <a:off x="1395235" y="4293290"/>
            <a:ext cx="181652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الوحدة الخامسة عشر</a:t>
            </a:r>
          </a:p>
        </p:txBody>
      </p:sp>
      <p:sp>
        <p:nvSpPr>
          <p:cNvPr id="118" name="مربع نص 117">
            <a:hlinkClick r:id="rId23" action="ppaction://hlinkpres?slideindex=1&amp;slidetitle="/>
          </p:cNvPr>
          <p:cNvSpPr txBox="1"/>
          <p:nvPr/>
        </p:nvSpPr>
        <p:spPr>
          <a:xfrm>
            <a:off x="1313620" y="5185120"/>
            <a:ext cx="186942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الوحدة السادسة عشر</a:t>
            </a:r>
          </a:p>
        </p:txBody>
      </p:sp>
      <p:sp>
        <p:nvSpPr>
          <p:cNvPr id="120" name="زر إجراء: مخصص 119">
            <a:hlinkClick r:id="" action="ppaction://hlinkshowjump?jump=endshow" highlightClick="1"/>
          </p:cNvPr>
          <p:cNvSpPr/>
          <p:nvPr/>
        </p:nvSpPr>
        <p:spPr>
          <a:xfrm>
            <a:off x="396000" y="6089617"/>
            <a:ext cx="792000" cy="432000"/>
          </a:xfrm>
          <a:custGeom>
            <a:avLst/>
            <a:gdLst>
              <a:gd name="connsiteX0" fmla="*/ 0 w 747811"/>
              <a:gd name="connsiteY0" fmla="*/ 0 h 488950"/>
              <a:gd name="connsiteX1" fmla="*/ 747811 w 747811"/>
              <a:gd name="connsiteY1" fmla="*/ 0 h 488950"/>
              <a:gd name="connsiteX2" fmla="*/ 747811 w 747811"/>
              <a:gd name="connsiteY2" fmla="*/ 488950 h 488950"/>
              <a:gd name="connsiteX3" fmla="*/ 0 w 747811"/>
              <a:gd name="connsiteY3" fmla="*/ 488950 h 488950"/>
              <a:gd name="connsiteX4" fmla="*/ 0 w 747811"/>
              <a:gd name="connsiteY4" fmla="*/ 0 h 488950"/>
              <a:gd name="connsiteX0" fmla="*/ 0 w 747811"/>
              <a:gd name="connsiteY0" fmla="*/ 0 h 527050"/>
              <a:gd name="connsiteX1" fmla="*/ 747811 w 747811"/>
              <a:gd name="connsiteY1" fmla="*/ 0 h 527050"/>
              <a:gd name="connsiteX2" fmla="*/ 747811 w 747811"/>
              <a:gd name="connsiteY2" fmla="*/ 527050 h 527050"/>
              <a:gd name="connsiteX3" fmla="*/ 0 w 747811"/>
              <a:gd name="connsiteY3" fmla="*/ 488950 h 527050"/>
              <a:gd name="connsiteX4" fmla="*/ 0 w 747811"/>
              <a:gd name="connsiteY4" fmla="*/ 0 h 527050"/>
              <a:gd name="connsiteX0" fmla="*/ 0 w 747811"/>
              <a:gd name="connsiteY0" fmla="*/ 0 h 527050"/>
              <a:gd name="connsiteX1" fmla="*/ 747811 w 747811"/>
              <a:gd name="connsiteY1" fmla="*/ 0 h 527050"/>
              <a:gd name="connsiteX2" fmla="*/ 747811 w 747811"/>
              <a:gd name="connsiteY2" fmla="*/ 527050 h 527050"/>
              <a:gd name="connsiteX3" fmla="*/ 0 w 747811"/>
              <a:gd name="connsiteY3" fmla="*/ 527050 h 527050"/>
              <a:gd name="connsiteX4" fmla="*/ 0 w 747811"/>
              <a:gd name="connsiteY4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8249 w 926060"/>
              <a:gd name="connsiteY0" fmla="*/ 0 h 527050"/>
              <a:gd name="connsiteX1" fmla="*/ 926060 w 926060"/>
              <a:gd name="connsiteY1" fmla="*/ 0 h 527050"/>
              <a:gd name="connsiteX2" fmla="*/ 926060 w 926060"/>
              <a:gd name="connsiteY2" fmla="*/ 527050 h 527050"/>
              <a:gd name="connsiteX3" fmla="*/ 178249 w 926060"/>
              <a:gd name="connsiteY3" fmla="*/ 527050 h 527050"/>
              <a:gd name="connsiteX4" fmla="*/ 0 w 926060"/>
              <a:gd name="connsiteY4" fmla="*/ 262145 h 527050"/>
              <a:gd name="connsiteX5" fmla="*/ 178249 w 926060"/>
              <a:gd name="connsiteY5" fmla="*/ 0 h 527050"/>
              <a:gd name="connsiteX0" fmla="*/ 178249 w 926060"/>
              <a:gd name="connsiteY0" fmla="*/ 0 h 527050"/>
              <a:gd name="connsiteX1" fmla="*/ 926060 w 926060"/>
              <a:gd name="connsiteY1" fmla="*/ 0 h 527050"/>
              <a:gd name="connsiteX2" fmla="*/ 926060 w 926060"/>
              <a:gd name="connsiteY2" fmla="*/ 527050 h 527050"/>
              <a:gd name="connsiteX3" fmla="*/ 178249 w 926060"/>
              <a:gd name="connsiteY3" fmla="*/ 527050 h 527050"/>
              <a:gd name="connsiteX4" fmla="*/ 0 w 926060"/>
              <a:gd name="connsiteY4" fmla="*/ 262145 h 527050"/>
              <a:gd name="connsiteX5" fmla="*/ 178249 w 926060"/>
              <a:gd name="connsiteY5" fmla="*/ 0 h 527050"/>
              <a:gd name="connsiteX0" fmla="*/ 178249 w 926060"/>
              <a:gd name="connsiteY0" fmla="*/ 0 h 527050"/>
              <a:gd name="connsiteX1" fmla="*/ 926060 w 926060"/>
              <a:gd name="connsiteY1" fmla="*/ 0 h 527050"/>
              <a:gd name="connsiteX2" fmla="*/ 926060 w 926060"/>
              <a:gd name="connsiteY2" fmla="*/ 527050 h 527050"/>
              <a:gd name="connsiteX3" fmla="*/ 178249 w 926060"/>
              <a:gd name="connsiteY3" fmla="*/ 527050 h 527050"/>
              <a:gd name="connsiteX4" fmla="*/ 0 w 926060"/>
              <a:gd name="connsiteY4" fmla="*/ 262145 h 527050"/>
              <a:gd name="connsiteX5" fmla="*/ 178249 w 926060"/>
              <a:gd name="connsiteY5" fmla="*/ 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060" h="527050">
                <a:moveTo>
                  <a:pt x="178249" y="0"/>
                </a:moveTo>
                <a:lnTo>
                  <a:pt x="926060" y="0"/>
                </a:lnTo>
                <a:lnTo>
                  <a:pt x="926060" y="527050"/>
                </a:lnTo>
                <a:lnTo>
                  <a:pt x="178249" y="527050"/>
                </a:lnTo>
                <a:cubicBezTo>
                  <a:pt x="96551" y="412995"/>
                  <a:pt x="70555" y="376202"/>
                  <a:pt x="0" y="262145"/>
                </a:cubicBezTo>
                <a:cubicBezTo>
                  <a:pt x="61273" y="176603"/>
                  <a:pt x="119761" y="82783"/>
                  <a:pt x="178249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1" anchor="t" anchorCtr="0"/>
          <a:lstStyle/>
          <a:p>
            <a:pPr algn="ctr"/>
            <a:r>
              <a:rPr lang="ar-SA" dirty="0">
                <a:solidFill>
                  <a:schemeClr val="tx1"/>
                </a:solidFill>
              </a:rPr>
              <a:t>خروج</a:t>
            </a:r>
          </a:p>
        </p:txBody>
      </p:sp>
      <p:sp>
        <p:nvSpPr>
          <p:cNvPr id="2" name="مربع نص 1"/>
          <p:cNvSpPr txBox="1"/>
          <p:nvPr/>
        </p:nvSpPr>
        <p:spPr>
          <a:xfrm>
            <a:off x="4469639" y="1515369"/>
            <a:ext cx="3243196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r>
              <a:rPr lang="ar-SA" sz="4000" b="1" dirty="0">
                <a:solidFill>
                  <a:schemeClr val="bg1"/>
                </a:solidFill>
              </a:rPr>
              <a:t>كتاب الطالب الأول</a:t>
            </a:r>
          </a:p>
        </p:txBody>
      </p:sp>
    </p:spTree>
    <p:extLst>
      <p:ext uri="{BB962C8B-B14F-4D97-AF65-F5344CB8AC3E}">
        <p14:creationId xmlns:p14="http://schemas.microsoft.com/office/powerpoint/2010/main" val="37551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glitter dir="r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8">
            <a:extLst>
              <a:ext uri="{FF2B5EF4-FFF2-40B4-BE49-F238E27FC236}">
                <a16:creationId xmlns:a16="http://schemas.microsoft.com/office/drawing/2014/main" id="{EC8E0702-89F0-4255-8992-AD6B04A6FC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502" y="2722453"/>
            <a:ext cx="5800995" cy="14130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63C62C-9833-413E-8C62-E47F8EA74DC3}"/>
              </a:ext>
            </a:extLst>
          </p:cNvPr>
          <p:cNvSpPr/>
          <p:nvPr/>
        </p:nvSpPr>
        <p:spPr>
          <a:xfrm>
            <a:off x="2279374" y="2040835"/>
            <a:ext cx="7328452" cy="25179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9CA4A2-FB43-42A8-A080-790712F7562E}"/>
              </a:ext>
            </a:extLst>
          </p:cNvPr>
          <p:cNvGrpSpPr/>
          <p:nvPr/>
        </p:nvGrpSpPr>
        <p:grpSpPr>
          <a:xfrm>
            <a:off x="358852" y="344924"/>
            <a:ext cx="11168696" cy="6343328"/>
            <a:chOff x="358852" y="344924"/>
            <a:chExt cx="11168696" cy="63433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07D1B1-C0EA-4E11-B4E8-D848AFBED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2857" y="1582842"/>
              <a:ext cx="5986284" cy="510541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AA230CE-B79F-43D4-B09E-8507F9C40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852" y="344924"/>
              <a:ext cx="1374501" cy="143299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8666317-BB2F-4629-941E-3BA7F97F6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6646" y="344924"/>
              <a:ext cx="3050902" cy="1006798"/>
            </a:xfrm>
            <a:prstGeom prst="rect">
              <a:avLst/>
            </a:prstGeom>
          </p:spPr>
        </p:pic>
      </p:grpSp>
      <p:sp>
        <p:nvSpPr>
          <p:cNvPr id="13" name="زر إجراء: مخصص 11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424EFD2-1EF9-4FD8-AF24-6B80ECA03E9D}"/>
              </a:ext>
            </a:extLst>
          </p:cNvPr>
          <p:cNvSpPr/>
          <p:nvPr/>
        </p:nvSpPr>
        <p:spPr>
          <a:xfrm flipH="1">
            <a:off x="11121791" y="6089616"/>
            <a:ext cx="811514" cy="457233"/>
          </a:xfrm>
          <a:custGeom>
            <a:avLst/>
            <a:gdLst>
              <a:gd name="connsiteX0" fmla="*/ 0 w 571500"/>
              <a:gd name="connsiteY0" fmla="*/ 0 h 457233"/>
              <a:gd name="connsiteX1" fmla="*/ 571500 w 571500"/>
              <a:gd name="connsiteY1" fmla="*/ 0 h 457233"/>
              <a:gd name="connsiteX2" fmla="*/ 571500 w 571500"/>
              <a:gd name="connsiteY2" fmla="*/ 457233 h 457233"/>
              <a:gd name="connsiteX3" fmla="*/ 0 w 571500"/>
              <a:gd name="connsiteY3" fmla="*/ 457233 h 457233"/>
              <a:gd name="connsiteX4" fmla="*/ 0 w 571500"/>
              <a:gd name="connsiteY4" fmla="*/ 0 h 457233"/>
              <a:gd name="connsiteX0" fmla="*/ 177800 w 749300"/>
              <a:gd name="connsiteY0" fmla="*/ 0 h 457233"/>
              <a:gd name="connsiteX1" fmla="*/ 749300 w 749300"/>
              <a:gd name="connsiteY1" fmla="*/ 0 h 457233"/>
              <a:gd name="connsiteX2" fmla="*/ 749300 w 749300"/>
              <a:gd name="connsiteY2" fmla="*/ 457233 h 457233"/>
              <a:gd name="connsiteX3" fmla="*/ 177800 w 749300"/>
              <a:gd name="connsiteY3" fmla="*/ 457233 h 457233"/>
              <a:gd name="connsiteX4" fmla="*/ 0 w 749300"/>
              <a:gd name="connsiteY4" fmla="*/ 209583 h 457233"/>
              <a:gd name="connsiteX5" fmla="*/ 177800 w 749300"/>
              <a:gd name="connsiteY5" fmla="*/ 0 h 457233"/>
              <a:gd name="connsiteX0" fmla="*/ 177800 w 749300"/>
              <a:gd name="connsiteY0" fmla="*/ 0 h 457233"/>
              <a:gd name="connsiteX1" fmla="*/ 749300 w 749300"/>
              <a:gd name="connsiteY1" fmla="*/ 0 h 457233"/>
              <a:gd name="connsiteX2" fmla="*/ 749300 w 749300"/>
              <a:gd name="connsiteY2" fmla="*/ 457233 h 457233"/>
              <a:gd name="connsiteX3" fmla="*/ 177800 w 749300"/>
              <a:gd name="connsiteY3" fmla="*/ 457233 h 457233"/>
              <a:gd name="connsiteX4" fmla="*/ 0 w 749300"/>
              <a:gd name="connsiteY4" fmla="*/ 209583 h 457233"/>
              <a:gd name="connsiteX5" fmla="*/ 177800 w 749300"/>
              <a:gd name="connsiteY5" fmla="*/ 0 h 457233"/>
              <a:gd name="connsiteX0" fmla="*/ 177800 w 749300"/>
              <a:gd name="connsiteY0" fmla="*/ 0 h 457233"/>
              <a:gd name="connsiteX1" fmla="*/ 749300 w 749300"/>
              <a:gd name="connsiteY1" fmla="*/ 0 h 457233"/>
              <a:gd name="connsiteX2" fmla="*/ 749300 w 749300"/>
              <a:gd name="connsiteY2" fmla="*/ 457233 h 457233"/>
              <a:gd name="connsiteX3" fmla="*/ 177800 w 749300"/>
              <a:gd name="connsiteY3" fmla="*/ 457233 h 457233"/>
              <a:gd name="connsiteX4" fmla="*/ 0 w 749300"/>
              <a:gd name="connsiteY4" fmla="*/ 209583 h 457233"/>
              <a:gd name="connsiteX5" fmla="*/ 177800 w 749300"/>
              <a:gd name="connsiteY5" fmla="*/ 0 h 457233"/>
              <a:gd name="connsiteX0" fmla="*/ 174625 w 746125"/>
              <a:gd name="connsiteY0" fmla="*/ 0 h 457233"/>
              <a:gd name="connsiteX1" fmla="*/ 746125 w 746125"/>
              <a:gd name="connsiteY1" fmla="*/ 0 h 457233"/>
              <a:gd name="connsiteX2" fmla="*/ 746125 w 746125"/>
              <a:gd name="connsiteY2" fmla="*/ 457233 h 457233"/>
              <a:gd name="connsiteX3" fmla="*/ 174625 w 746125"/>
              <a:gd name="connsiteY3" fmla="*/ 457233 h 457233"/>
              <a:gd name="connsiteX4" fmla="*/ 0 w 746125"/>
              <a:gd name="connsiteY4" fmla="*/ 212758 h 457233"/>
              <a:gd name="connsiteX5" fmla="*/ 174625 w 746125"/>
              <a:gd name="connsiteY5" fmla="*/ 0 h 457233"/>
              <a:gd name="connsiteX0" fmla="*/ 174625 w 746125"/>
              <a:gd name="connsiteY0" fmla="*/ 0 h 457233"/>
              <a:gd name="connsiteX1" fmla="*/ 746125 w 746125"/>
              <a:gd name="connsiteY1" fmla="*/ 0 h 457233"/>
              <a:gd name="connsiteX2" fmla="*/ 746125 w 746125"/>
              <a:gd name="connsiteY2" fmla="*/ 457233 h 457233"/>
              <a:gd name="connsiteX3" fmla="*/ 174625 w 746125"/>
              <a:gd name="connsiteY3" fmla="*/ 457233 h 457233"/>
              <a:gd name="connsiteX4" fmla="*/ 0 w 746125"/>
              <a:gd name="connsiteY4" fmla="*/ 212758 h 457233"/>
              <a:gd name="connsiteX5" fmla="*/ 174625 w 746125"/>
              <a:gd name="connsiteY5" fmla="*/ 0 h 457233"/>
              <a:gd name="connsiteX0" fmla="*/ 174625 w 746125"/>
              <a:gd name="connsiteY0" fmla="*/ 0 h 457233"/>
              <a:gd name="connsiteX1" fmla="*/ 746125 w 746125"/>
              <a:gd name="connsiteY1" fmla="*/ 0 h 457233"/>
              <a:gd name="connsiteX2" fmla="*/ 746125 w 746125"/>
              <a:gd name="connsiteY2" fmla="*/ 457233 h 457233"/>
              <a:gd name="connsiteX3" fmla="*/ 174625 w 746125"/>
              <a:gd name="connsiteY3" fmla="*/ 457233 h 457233"/>
              <a:gd name="connsiteX4" fmla="*/ 0 w 746125"/>
              <a:gd name="connsiteY4" fmla="*/ 212758 h 457233"/>
              <a:gd name="connsiteX5" fmla="*/ 174625 w 746125"/>
              <a:gd name="connsiteY5" fmla="*/ 0 h 457233"/>
              <a:gd name="connsiteX0" fmla="*/ 184150 w 755650"/>
              <a:gd name="connsiteY0" fmla="*/ 0 h 457233"/>
              <a:gd name="connsiteX1" fmla="*/ 755650 w 755650"/>
              <a:gd name="connsiteY1" fmla="*/ 0 h 457233"/>
              <a:gd name="connsiteX2" fmla="*/ 755650 w 755650"/>
              <a:gd name="connsiteY2" fmla="*/ 457233 h 457233"/>
              <a:gd name="connsiteX3" fmla="*/ 184150 w 755650"/>
              <a:gd name="connsiteY3" fmla="*/ 457233 h 457233"/>
              <a:gd name="connsiteX4" fmla="*/ 0 w 755650"/>
              <a:gd name="connsiteY4" fmla="*/ 219108 h 457233"/>
              <a:gd name="connsiteX5" fmla="*/ 184150 w 755650"/>
              <a:gd name="connsiteY5" fmla="*/ 0 h 45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5650" h="457233">
                <a:moveTo>
                  <a:pt x="184150" y="0"/>
                </a:moveTo>
                <a:lnTo>
                  <a:pt x="755650" y="0"/>
                </a:lnTo>
                <a:lnTo>
                  <a:pt x="755650" y="457233"/>
                </a:lnTo>
                <a:lnTo>
                  <a:pt x="184150" y="457233"/>
                </a:lnTo>
                <a:cubicBezTo>
                  <a:pt x="106892" y="353516"/>
                  <a:pt x="51858" y="297425"/>
                  <a:pt x="0" y="219108"/>
                </a:cubicBezTo>
                <a:lnTo>
                  <a:pt x="184150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FF3CD"/>
              </a:gs>
              <a:gs pos="100000">
                <a:srgbClr val="FAEEC8"/>
              </a:gs>
            </a:gsLst>
          </a:gradFill>
          <a:ln/>
          <a:effectLst>
            <a:outerShdw blurRad="57150" dist="19050" dir="5400000" algn="ctr" rotWithShape="0">
              <a:srgbClr val="000000"/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144000" tIns="0" rIns="0" bIns="36000" rtlCol="1" anchor="ctr"/>
          <a:lstStyle/>
          <a:p>
            <a:pPr algn="ctr"/>
            <a:r>
              <a:rPr lang="ar-SY" dirty="0">
                <a:solidFill>
                  <a:schemeClr val="tx1"/>
                </a:solidFill>
              </a:rPr>
              <a:t>   السابق</a:t>
            </a:r>
            <a:endParaRPr lang="ar-SA" dirty="0">
              <a:solidFill>
                <a:schemeClr val="tx1"/>
              </a:solidFill>
            </a:endParaRPr>
          </a:p>
        </p:txBody>
      </p:sp>
      <p:sp>
        <p:nvSpPr>
          <p:cNvPr id="12" name="زر إجراء: مخصص 119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C3416AEA-2E72-45A2-8FB1-B5ED8C99FC02}"/>
              </a:ext>
            </a:extLst>
          </p:cNvPr>
          <p:cNvSpPr/>
          <p:nvPr/>
        </p:nvSpPr>
        <p:spPr>
          <a:xfrm>
            <a:off x="358852" y="6114849"/>
            <a:ext cx="792000" cy="432000"/>
          </a:xfrm>
          <a:custGeom>
            <a:avLst/>
            <a:gdLst>
              <a:gd name="connsiteX0" fmla="*/ 0 w 747811"/>
              <a:gd name="connsiteY0" fmla="*/ 0 h 488950"/>
              <a:gd name="connsiteX1" fmla="*/ 747811 w 747811"/>
              <a:gd name="connsiteY1" fmla="*/ 0 h 488950"/>
              <a:gd name="connsiteX2" fmla="*/ 747811 w 747811"/>
              <a:gd name="connsiteY2" fmla="*/ 488950 h 488950"/>
              <a:gd name="connsiteX3" fmla="*/ 0 w 747811"/>
              <a:gd name="connsiteY3" fmla="*/ 488950 h 488950"/>
              <a:gd name="connsiteX4" fmla="*/ 0 w 747811"/>
              <a:gd name="connsiteY4" fmla="*/ 0 h 488950"/>
              <a:gd name="connsiteX0" fmla="*/ 0 w 747811"/>
              <a:gd name="connsiteY0" fmla="*/ 0 h 527050"/>
              <a:gd name="connsiteX1" fmla="*/ 747811 w 747811"/>
              <a:gd name="connsiteY1" fmla="*/ 0 h 527050"/>
              <a:gd name="connsiteX2" fmla="*/ 747811 w 747811"/>
              <a:gd name="connsiteY2" fmla="*/ 527050 h 527050"/>
              <a:gd name="connsiteX3" fmla="*/ 0 w 747811"/>
              <a:gd name="connsiteY3" fmla="*/ 488950 h 527050"/>
              <a:gd name="connsiteX4" fmla="*/ 0 w 747811"/>
              <a:gd name="connsiteY4" fmla="*/ 0 h 527050"/>
              <a:gd name="connsiteX0" fmla="*/ 0 w 747811"/>
              <a:gd name="connsiteY0" fmla="*/ 0 h 527050"/>
              <a:gd name="connsiteX1" fmla="*/ 747811 w 747811"/>
              <a:gd name="connsiteY1" fmla="*/ 0 h 527050"/>
              <a:gd name="connsiteX2" fmla="*/ 747811 w 747811"/>
              <a:gd name="connsiteY2" fmla="*/ 527050 h 527050"/>
              <a:gd name="connsiteX3" fmla="*/ 0 w 747811"/>
              <a:gd name="connsiteY3" fmla="*/ 527050 h 527050"/>
              <a:gd name="connsiteX4" fmla="*/ 0 w 747811"/>
              <a:gd name="connsiteY4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5463 w 923274"/>
              <a:gd name="connsiteY0" fmla="*/ 0 h 527050"/>
              <a:gd name="connsiteX1" fmla="*/ 923274 w 923274"/>
              <a:gd name="connsiteY1" fmla="*/ 0 h 527050"/>
              <a:gd name="connsiteX2" fmla="*/ 923274 w 923274"/>
              <a:gd name="connsiteY2" fmla="*/ 527050 h 527050"/>
              <a:gd name="connsiteX3" fmla="*/ 175463 w 923274"/>
              <a:gd name="connsiteY3" fmla="*/ 527050 h 527050"/>
              <a:gd name="connsiteX4" fmla="*/ 0 w 923274"/>
              <a:gd name="connsiteY4" fmla="*/ 248349 h 527050"/>
              <a:gd name="connsiteX5" fmla="*/ 175463 w 923274"/>
              <a:gd name="connsiteY5" fmla="*/ 0 h 527050"/>
              <a:gd name="connsiteX0" fmla="*/ 178249 w 926060"/>
              <a:gd name="connsiteY0" fmla="*/ 0 h 527050"/>
              <a:gd name="connsiteX1" fmla="*/ 926060 w 926060"/>
              <a:gd name="connsiteY1" fmla="*/ 0 h 527050"/>
              <a:gd name="connsiteX2" fmla="*/ 926060 w 926060"/>
              <a:gd name="connsiteY2" fmla="*/ 527050 h 527050"/>
              <a:gd name="connsiteX3" fmla="*/ 178249 w 926060"/>
              <a:gd name="connsiteY3" fmla="*/ 527050 h 527050"/>
              <a:gd name="connsiteX4" fmla="*/ 0 w 926060"/>
              <a:gd name="connsiteY4" fmla="*/ 262145 h 527050"/>
              <a:gd name="connsiteX5" fmla="*/ 178249 w 926060"/>
              <a:gd name="connsiteY5" fmla="*/ 0 h 527050"/>
              <a:gd name="connsiteX0" fmla="*/ 178249 w 926060"/>
              <a:gd name="connsiteY0" fmla="*/ 0 h 527050"/>
              <a:gd name="connsiteX1" fmla="*/ 926060 w 926060"/>
              <a:gd name="connsiteY1" fmla="*/ 0 h 527050"/>
              <a:gd name="connsiteX2" fmla="*/ 926060 w 926060"/>
              <a:gd name="connsiteY2" fmla="*/ 527050 h 527050"/>
              <a:gd name="connsiteX3" fmla="*/ 178249 w 926060"/>
              <a:gd name="connsiteY3" fmla="*/ 527050 h 527050"/>
              <a:gd name="connsiteX4" fmla="*/ 0 w 926060"/>
              <a:gd name="connsiteY4" fmla="*/ 262145 h 527050"/>
              <a:gd name="connsiteX5" fmla="*/ 178249 w 926060"/>
              <a:gd name="connsiteY5" fmla="*/ 0 h 527050"/>
              <a:gd name="connsiteX0" fmla="*/ 178249 w 926060"/>
              <a:gd name="connsiteY0" fmla="*/ 0 h 527050"/>
              <a:gd name="connsiteX1" fmla="*/ 926060 w 926060"/>
              <a:gd name="connsiteY1" fmla="*/ 0 h 527050"/>
              <a:gd name="connsiteX2" fmla="*/ 926060 w 926060"/>
              <a:gd name="connsiteY2" fmla="*/ 527050 h 527050"/>
              <a:gd name="connsiteX3" fmla="*/ 178249 w 926060"/>
              <a:gd name="connsiteY3" fmla="*/ 527050 h 527050"/>
              <a:gd name="connsiteX4" fmla="*/ 0 w 926060"/>
              <a:gd name="connsiteY4" fmla="*/ 262145 h 527050"/>
              <a:gd name="connsiteX5" fmla="*/ 178249 w 926060"/>
              <a:gd name="connsiteY5" fmla="*/ 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060" h="527050">
                <a:moveTo>
                  <a:pt x="178249" y="0"/>
                </a:moveTo>
                <a:lnTo>
                  <a:pt x="926060" y="0"/>
                </a:lnTo>
                <a:lnTo>
                  <a:pt x="926060" y="527050"/>
                </a:lnTo>
                <a:lnTo>
                  <a:pt x="178249" y="527050"/>
                </a:lnTo>
                <a:cubicBezTo>
                  <a:pt x="96551" y="412995"/>
                  <a:pt x="70555" y="376202"/>
                  <a:pt x="0" y="262145"/>
                </a:cubicBezTo>
                <a:cubicBezTo>
                  <a:pt x="61273" y="176603"/>
                  <a:pt x="119761" y="82783"/>
                  <a:pt x="178249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1" anchor="t" anchorCtr="0"/>
          <a:lstStyle/>
          <a:p>
            <a:pPr algn="ctr"/>
            <a:r>
              <a:rPr lang="ar-SA" dirty="0">
                <a:solidFill>
                  <a:schemeClr val="tx1"/>
                </a:solidFill>
              </a:rPr>
              <a:t>خروج</a:t>
            </a:r>
          </a:p>
        </p:txBody>
      </p:sp>
    </p:spTree>
    <p:extLst>
      <p:ext uri="{BB962C8B-B14F-4D97-AF65-F5344CB8AC3E}">
        <p14:creationId xmlns:p14="http://schemas.microsoft.com/office/powerpoint/2010/main" val="316810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xit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2028</TotalTime>
  <Words>56</Words>
  <Application>Microsoft Office PowerPoint</Application>
  <PresentationFormat>Widescreen</PresentationFormat>
  <Paragraphs>23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Traditional Arabic</vt:lpstr>
      <vt:lpstr>نسق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ASUS</dc:creator>
  <cp:lastModifiedBy>Y~S~N</cp:lastModifiedBy>
  <cp:revision>56</cp:revision>
  <dcterms:created xsi:type="dcterms:W3CDTF">2017-05-25T17:01:34Z</dcterms:created>
  <dcterms:modified xsi:type="dcterms:W3CDTF">2019-03-19T13:32:01Z</dcterms:modified>
</cp:coreProperties>
</file>